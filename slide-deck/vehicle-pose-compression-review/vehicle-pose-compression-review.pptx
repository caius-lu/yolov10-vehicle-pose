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使用 outline.md 的完整 STYLE_INSTRUCTIONS。
生成 16:9 中文技术评审幻灯片。标题“26+ 组实验后的硬结论：参数更少 ≠ GPU 更快”。
副标题包含“RTX 3090 Ti · 640 · batch=1 · fused FP16 · paired AB/BA · 3,606 图验证”。
采用 dashboard 布局：左侧实验地图按 512 分辨率、通道剪枝、BN-scale、串行深度、
部署分支五类排列；每类标注代表性结果和 PASS/FAIL。右侧显示两道硬门禁：
延迟下降 ≥10%，Box/Pose ≥0.64761/0.49455。底部标出 baseline 0.665/0.514。
突出“参数最多 -52% 但延迟无收益”和“减少串行 kernel 才真正有效”。
所有数字必须精确，不使用照片，不添加页码、logo 或脚注。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使用 outline.md 的完整 STYLE_INSTRUCTIONS。
生成 16:9 中文技术评审幻灯片。标题“两组最佳方案：一组可交付，一组仍是研究候选”。
左右二元对比：
左卡 Deployment-only，绿色 SHIP，参数 -26.96%、文件 -26.59%、峰值显存 -8.99%、
Box/Pose 0.665/0.514、输出逐元素一致、延迟仅快 0.19%。
右卡 ClassLite52，琥珀色 RESEARCH，6.02302→5.38792 ms、快 10.54459%、
参数约 -4.28%、最佳 0.62507/0.46795、精度差距 0.02254/0.02660。
中央小坐标轴表示“精度保持”和“延迟收益”。明确两组解决不同目标。
所有数字必须精确，不使用照片，不添加页码、logo 或脚注。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使用 outline.md 的完整 STYLE_INSTRUCTIONS。
生成 16:9 中文技术评审幻灯片。标题“工程决策：先交付内存压缩，停止重复微调 ClassLite52”。
横向三阶段证据链：
1) 失败机制：参数量不是延迟代理；分类置信度同时影响 Box/Pose；
2) 已证实规则：冻结 BN 统计、纯监督优于当前 KD、拒绝简单 slicing；
3) 下一步：保留完整分类塔，从骨干/颈部减少串行 kernel，必须重新通过 paired
latency、完整精度和显存三门禁。
底部决策条：SHIP deployment-only；HOLD ClassLite52。
技术蓝图风格，精确直线和工程标签，不使用照片，不添加页码、logo 或脚注。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caius/Documents/yolopose/yolov10-vehicle-pose/slide-deck/vehicle-pose-compression-review/01-slide-experiment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caius/Documents/yolopose/yolov10-vehicle-pose/slide-deck/vehicle-pose-compression-review/02-slide-best-tw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caius/Documents/yolopose/yolov10-vehicle-pose/slide-deck/vehicle-pose-compression-review/03-slide-engineering-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Vehicle Pose 压缩/剪枝实验总结</dc:title>
  <dc:subject>PyTorch model compression and pruning experiment review</dc:subject>
  <dc:creator>Vehicle Pose Compression Review</dc:creator>
  <cp:lastModifiedBy>Vehicle Pose Compression Review</cp:lastModifiedBy>
  <cp:revision>1</cp:revision>
  <dcterms:created xsi:type="dcterms:W3CDTF">2026-07-27T12:19:46Z</dcterms:created>
  <dcterms:modified xsi:type="dcterms:W3CDTF">2026-07-27T12:19:46Z</dcterms:modified>
</cp:coreProperties>
</file>