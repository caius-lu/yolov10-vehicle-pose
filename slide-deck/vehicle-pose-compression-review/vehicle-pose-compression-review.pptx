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第 1 页｜实验全景：先统一评判标准
**建议时长：2 分 30 秒**
**讲述目标：** 让听众先理解实验规模、统一口径和双门禁，避免只看某一个漂亮数字。
### 逐字稿
这一页先回答两个问题：我们到底试了什么，以及什么结果才算真正成功。
整个项目只讨论模型压缩和结构剪枝，不引入 TensorRT。实验覆盖了部署态分支裁剪、骨干和颈部轻量化、检测与姿态塔减深、ClassLite 分类塔，以及对应的监督恢复和知识蒸馏。评估始终使用同一套三门禁：第一，速度必须在同进程 paired AB/BA 条件下提升至少 10%；第二，精度不能低于基线 Box mAP 0.64761、Pose mAP 0.49455；第三，峰值 CUDA 显存必须可复现地下降。
这里必须强调：参数量和 FLOPs 只是结构指标，不是 latency 的可靠代理。实验里有参数减少超过一半、但真实推理反而没有加速的路线。原因包括 tensor slicing、定向搬运、padding 和 kernel launch 行为变化。因此，所有速度结论都来自 fused FP16、batch 1、640 输入下的 paired 实测，绝不跨进程拼接两个数字。
精度则来自完整 3,606 张图、11,569 个实例的验证集，至少同时看 Box、Pose、PCK 和 NME。内存由独立进程测量模型加载、输入后和推理峰值，避免训练显存与推理显存混用。
从实验地图看，大部分结构剪枝都在速度或精度门禁前停止。新增的 P5-Zero 改变了最终结论：它只移除 backbone P5 和 neck P5 的内部 bottleneck，完整保留 P3、P4 和三个任务塔；最终同时通过速度、精度和显存门禁。右侧两组因此分别代表体积优先的 deployment-only 和速度—精度平衡的 P5-Zero。
### 讲述提醒
- 不要说“已经同时完成速度、精度和显存目标”。
- “部署态体积方案”与“结构加速方案”必须按各自收益边界定性。
- 若被问到延迟绝对值，先说明只有同一次 paired 测量中的相对值可比较。
### 转场
接下来把这两组最有工程价值的结果放在同一页，分别看它们解决了什么、又没有解决什么。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第 2 页｜最佳两组：体积优先与速度—精度平衡
**建议时长：3 分钟**
**讲述目标：** 用统一门禁突出两组可交付结果，并说明各自适用目标。
### 逐字稿
左侧是当前可以交付的 deployment-only 分支裁剪。它删除部署时不需要的一对多分支，参数量下降 26.96%，文件体积下降 26.59%，峰值显存下降 8.99%。完整验证精度保持在 Box 0.665、Pose 0.514，输出做到 bit-exact。
但它不是速度方案：paired latency 只改善 0.19%，没有达到 10% 门槛。因此它的正确定位是精度等价的体积和内存压缩，适合先进入工程交付，而不能宣传为推理加速。
右侧是 P5-Zero 平衡结构。它保留 LitePSA、P3/P4 和完整的 Box、Class、Pose 塔，只把 backbone P5 与 neck P5 两个 C2f 的内部 bottleneck 数量设为零。权重迁移采用投影折叠，605 个张量直接复制、2 个张量折叠，无 missing 或 unexpected key。
最终 paired fused-FP16 延迟从 5.94537 毫秒下降到 5.06345 毫秒，提升 14.83371%；fused 参数下降 15.14%。完整 3,606 图验证得到 Box 0.66254、Pose 0.49592，分别高于门槛 0.01493 和 0.00137。模型驻留显存下降 6.29%，推理峰值显存下降 5.02%，所以三门禁全部通过。
所以这两组形成清晰分工：deployment-only 的参数和文件收益更大，并保持输出 bit-exact；P5-Zero 提供显著速度提升，同时保持门槛以上的 Box/Pose 精度。两者都可交付，但目标不同。
### 可能追问
**为什么选择 P5，而不是继续压缩 P3/P4 或任务塔？**
P5 处于低分辨率语义层，减少串行层能降低 kernel 数量，同时对高分辨率定位细节和分类置信度破坏更小。
**Pose 余量较小，是否可靠？**
当前门禁内通过，但余量只有 0.00137；因此报告明确限定为 RTX 3090 Ti、PyTorch fused FP16 的当前验证口径，换硬件或数据版本必须重跑三门禁。
**现在应该选哪组？**  
若目标是极致体积且不要求显著加速，选 deployment-only；若目标是速度、精度和显存综合平衡，选 P5-Zero。
### 转场
最后一页把失败原因和本次成功机制转成可复用的工程规则与交付边界。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第 3 页｜工程决策：通过三门禁，固化可复用交付
**建议时长：2 分 30 秒**
**讲述目标：** 给出可执行决策、可靠性边界和下一轮结构搜索方向。
### 逐字稿
复盘后有三个核心失败机制。
第一，参数量不是 latency 代理。某些方案虽然参数减少很多，实际 kernel 行为却没有改善。第二，分类塔减深会同时影响检测框置信度和姿态任务，因此不适合作为这次的主压缩点。第三，低分辨率 P5 层减少串行 bottleneck，能在保留 P3/P4 定位细节和完整任务塔的同时获得稳定速度收益。
这些结果沉淀成三条工程规则。第一，冻结参数不等于冻结运行行为，必须同时固定 BatchNorm running statistics。第二，拒绝简单 tensor slicing，权重迁移必须按结构语义处理，包括 C2f 投影折叠、定向搬运和必要的 padding。第三，先跑速度 gate，再决定是否投入训练；所有延迟都做 paired AB/BA，避免时钟和系统状态偏差。
交付阶段冻结 P5-Zero 结构、训练配置和最终 checkpoint，并在目标设备重新执行三门禁。后续探索只做小步消融：每次只改变一个串行深度点，先跑 paired 延迟，再决定是否训练，最后跑完整精度与独立 CUDA memory。
可靠性边界也要说清楚：latency 是 fused FP16、batch 1、640 输入下的同进程 paired 结果；accuracy 来自完整 3,606 图和 11,569 实例；memory 来自独立进程；CSV、JSON、训练日志和停止原因全部留档。这些口径让结论可审计，但不意味着换硬件后绝对毫秒数不变。
最终决策是：deployment-only 作为精度等价的体积和显存方案继续保留；P5-Zero 作为速度—精度平衡方案进入交付。ClassLite52 保留为失败对照，不再重复微调。
### 收尾句
这轮实验最重要的产出不只是一组数字，而是一套可复用的压缩判定流程：先用真实延迟筛结构，再用完整精度和独立显存决定能否交付。
### 讨论入口
- 若优先交付：确认 P5-Zero checkpoint 与目标平台回归计划。
- 若继续研究：以 P5-Zero 为锚点，只做可回退的小步 kernel-depth 消融。
- 若更换硬件：重新执行 paired latency 与独立 CUDA memory，不复用绝对值。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p:bgPr>
    </p:bg>
    <p:spTree>
      <p:nvGrpSpPr>
        <p:cNvPr id="1" name=""/>
        <p:cNvGrpSpPr/>
        <p:nvPr/>
      </p:nvGrpSpPr>
      <p:grpSpPr>
        <a:xfrm>
          <a:off x="0" y="0"/>
          <a:ext cx="0" cy="0"/>
          <a:chOff x="0" y="0"/>
          <a:chExt cx="0" cy="0"/>
        </a:xfrm>
      </p:grpSpPr>
      <p:pic>
        <p:nvPicPr>
          <p:cNvPr id="2" name="Image 0" descr="/Users/caius/Documents/yolopose/yolov10-vehicle-pose/slide-deck/vehicle-pose-compression-review/01-slide-experiment-map.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pic>
        <p:nvPicPr>
          <p:cNvPr id="2" name="Image 0" descr="/Users/caius/Documents/yolopose/yolov10-vehicle-pose/slide-deck/vehicle-pose-compression-review/02-slide-best-two.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pic>
        <p:nvPicPr>
          <p:cNvPr id="2" name="Image 0" descr="/Users/caius/Documents/yolopose/yolov10-vehicle-pose/slide-deck/vehicle-pose-compression-review/03-slide-engineering-review.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Vehicle Pose 压缩/剪枝实验总结</dc:title>
  <dc:subject>PyTorch model compression and pruning experiment review</dc:subject>
  <dc:creator>Vehicle Pose Compression Review</dc:creator>
  <cp:lastModifiedBy>Vehicle Pose Compression Review</cp:lastModifiedBy>
  <cp:revision>1</cp:revision>
  <dcterms:created xsi:type="dcterms:W3CDTF">2026-07-27T16:21:32Z</dcterms:created>
  <dcterms:modified xsi:type="dcterms:W3CDTF">2026-07-27T16:21:32Z</dcterms:modified>
</cp:coreProperties>
</file>