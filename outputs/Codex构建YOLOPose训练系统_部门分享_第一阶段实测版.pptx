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0eb2b0ae146ea" /><Relationship Type="http://schemas.openxmlformats.org/officeDocument/2006/relationships/extended-properties" Target="/docProps/app.xml" Id="R7bba5534761c4591" /><Relationship Type="http://schemas.openxmlformats.org/officeDocument/2006/relationships/officeDocument" Target="/ppt/presentation.xml" Id="Raacb483a18c843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75492cfd554716"/>
  </p:sldMasterIdLst>
  <p:notesMasterIdLst>
    <p:notesMasterId xmlns:r="http://schemas.openxmlformats.org/officeDocument/2006/relationships" r:id="R9c8fe8b2685e4de7"/>
  </p:notesMasterIdLst>
  <p:sldIdLst>
    <p:sldId xmlns:r="http://schemas.openxmlformats.org/officeDocument/2006/relationships" id="256" r:id="Rf2b93d0c0aac456e"/>
    <p:sldId xmlns:r="http://schemas.openxmlformats.org/officeDocument/2006/relationships" id="257" r:id="R001ea5ff1db2429b"/>
    <p:sldId xmlns:r="http://schemas.openxmlformats.org/officeDocument/2006/relationships" id="258" r:id="R39a835ab8df64abe"/>
    <p:sldId xmlns:r="http://schemas.openxmlformats.org/officeDocument/2006/relationships" id="259" r:id="R0d727001e89a4d2b"/>
    <p:sldId xmlns:r="http://schemas.openxmlformats.org/officeDocument/2006/relationships" id="260" r:id="R12511fa0f7384b05"/>
    <p:sldId xmlns:r="http://schemas.openxmlformats.org/officeDocument/2006/relationships" id="261" r:id="R8d3d018ba7bf4a95"/>
    <p:sldId xmlns:r="http://schemas.openxmlformats.org/officeDocument/2006/relationships" id="262" r:id="R43169751fe4f4df3"/>
    <p:sldId xmlns:r="http://schemas.openxmlformats.org/officeDocument/2006/relationships" id="263" r:id="Rf5743101873a498d"/>
    <p:sldId xmlns:r="http://schemas.openxmlformats.org/officeDocument/2006/relationships" id="264" r:id="R4a5e94a8a2d446e0"/>
    <p:sldId xmlns:r="http://schemas.openxmlformats.org/officeDocument/2006/relationships" id="265" r:id="R039ef616fa534244"/>
    <p:sldId xmlns:r="http://schemas.openxmlformats.org/officeDocument/2006/relationships" id="266" r:id="R8aa37cb1044d4e4e"/>
    <p:sldId xmlns:r="http://schemas.openxmlformats.org/officeDocument/2006/relationships" id="267" r:id="R076f17284f774501"/>
    <p:sldId xmlns:r="http://schemas.openxmlformats.org/officeDocument/2006/relationships" id="268" r:id="Rdd43879417804ef2"/>
    <p:sldId xmlns:r="http://schemas.openxmlformats.org/officeDocument/2006/relationships" id="269" r:id="R5841684c12da44e8"/>
    <p:sldId xmlns:r="http://schemas.openxmlformats.org/officeDocument/2006/relationships" id="270" r:id="R67fc24d6d74f4ed5"/>
    <p:sldId xmlns:r="http://schemas.openxmlformats.org/officeDocument/2006/relationships" id="271" r:id="Rab4f8a3a82914179"/>
    <p:sldId xmlns:r="http://schemas.openxmlformats.org/officeDocument/2006/relationships" id="272" r:id="Rb01b178763574ddb"/>
    <p:sldId xmlns:r="http://schemas.openxmlformats.org/officeDocument/2006/relationships" id="273" r:id="R143c7921471a47e8"/>
    <p:sldId xmlns:r="http://schemas.openxmlformats.org/officeDocument/2006/relationships" id="274" r:id="Rfebcbb040b07443b"/>
    <p:sldId xmlns:r="http://schemas.openxmlformats.org/officeDocument/2006/relationships" id="275" r:id="Reeaa7a394b994fa1"/>
    <p:sldId xmlns:r="http://schemas.openxmlformats.org/officeDocument/2006/relationships" id="276" r:id="R66b0b9af26064cd1"/>
    <p:sldId xmlns:r="http://schemas.openxmlformats.org/officeDocument/2006/relationships" id="277" r:id="Rbc5992c0045a4cfd"/>
    <p:sldId xmlns:r="http://schemas.openxmlformats.org/officeDocument/2006/relationships" id="278" r:id="R05e90bb5589144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fce4effa904229" /><Relationship Type="http://schemas.openxmlformats.org/officeDocument/2006/relationships/slideMaster" Target="/ppt/slideMasters/slideMaster1.xml" Id="R7675492cfd554716" /><Relationship Type="http://schemas.openxmlformats.org/officeDocument/2006/relationships/notesMaster" Target="/ppt/notesMasters/notesMaster1.xml" Id="R9c8fe8b2685e4de7" /><Relationship Type="http://schemas.openxmlformats.org/officeDocument/2006/relationships/presProps" Target="/ppt/presProps.xml" Id="R231f408dd7c745e7" /><Relationship Type="http://schemas.openxmlformats.org/officeDocument/2006/relationships/tableStyles" Target="/ppt/tableStyles.xml" Id="R31532f7fab26469a" /><Relationship Type="http://schemas.openxmlformats.org/officeDocument/2006/relationships/slide" Target="/ppt/slides/slide1.xml" Id="Rf2b93d0c0aac456e" /><Relationship Type="http://schemas.openxmlformats.org/officeDocument/2006/relationships/slide" Target="/ppt/slides/slide2.xml" Id="R001ea5ff1db2429b" /><Relationship Type="http://schemas.openxmlformats.org/officeDocument/2006/relationships/slide" Target="/ppt/slides/slide3.xml" Id="R39a835ab8df64abe" /><Relationship Type="http://schemas.openxmlformats.org/officeDocument/2006/relationships/slide" Target="/ppt/slides/slide4.xml" Id="R0d727001e89a4d2b" /><Relationship Type="http://schemas.openxmlformats.org/officeDocument/2006/relationships/slide" Target="/ppt/slides/slide5.xml" Id="R12511fa0f7384b05" /><Relationship Type="http://schemas.openxmlformats.org/officeDocument/2006/relationships/slide" Target="/ppt/slides/slide6.xml" Id="R8d3d018ba7bf4a95" /><Relationship Type="http://schemas.openxmlformats.org/officeDocument/2006/relationships/slide" Target="/ppt/slides/slide7.xml" Id="R43169751fe4f4df3" /><Relationship Type="http://schemas.openxmlformats.org/officeDocument/2006/relationships/slide" Target="/ppt/slides/slide8.xml" Id="Rf5743101873a498d" /><Relationship Type="http://schemas.openxmlformats.org/officeDocument/2006/relationships/slide" Target="/ppt/slides/slide9.xml" Id="R4a5e94a8a2d446e0" /><Relationship Type="http://schemas.openxmlformats.org/officeDocument/2006/relationships/slide" Target="/ppt/slides/slide10.xml" Id="R039ef616fa534244" /><Relationship Type="http://schemas.openxmlformats.org/officeDocument/2006/relationships/slide" Target="/ppt/slides/slide11.xml" Id="R8aa37cb1044d4e4e" /><Relationship Type="http://schemas.openxmlformats.org/officeDocument/2006/relationships/slide" Target="/ppt/slides/slide12.xml" Id="R076f17284f774501" /><Relationship Type="http://schemas.openxmlformats.org/officeDocument/2006/relationships/slide" Target="/ppt/slides/slide13.xml" Id="Rdd43879417804ef2" /><Relationship Type="http://schemas.openxmlformats.org/officeDocument/2006/relationships/slide" Target="/ppt/slides/slide14.xml" Id="R5841684c12da44e8" /><Relationship Type="http://schemas.openxmlformats.org/officeDocument/2006/relationships/slide" Target="/ppt/slides/slide15.xml" Id="R67fc24d6d74f4ed5" /><Relationship Type="http://schemas.openxmlformats.org/officeDocument/2006/relationships/slide" Target="/ppt/slides/slide16.xml" Id="Rab4f8a3a82914179" /><Relationship Type="http://schemas.openxmlformats.org/officeDocument/2006/relationships/slide" Target="/ppt/slides/slide17.xml" Id="Rb01b178763574ddb" /><Relationship Type="http://schemas.openxmlformats.org/officeDocument/2006/relationships/slide" Target="/ppt/slides/slide18.xml" Id="R143c7921471a47e8" /><Relationship Type="http://schemas.openxmlformats.org/officeDocument/2006/relationships/slide" Target="/ppt/slides/slide19.xml" Id="Rfebcbb040b07443b" /><Relationship Type="http://schemas.openxmlformats.org/officeDocument/2006/relationships/slide" Target="/ppt/slides/slide20.xml" Id="Reeaa7a394b994fa1" /><Relationship Type="http://schemas.openxmlformats.org/officeDocument/2006/relationships/slide" Target="/ppt/slides/slide21.xml" Id="R66b0b9af26064cd1" /><Relationship Type="http://schemas.openxmlformats.org/officeDocument/2006/relationships/slide" Target="/ppt/slides/slide22.xml" Id="Rbc5992c0045a4cfd" /><Relationship Type="http://schemas.openxmlformats.org/officeDocument/2006/relationships/slide" Target="/ppt/slides/slide23.xml" Id="R05e90bb55891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8dd7a0029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80dcc1dea463c" /><Relationship Type="http://schemas.openxmlformats.org/officeDocument/2006/relationships/notesMaster" Target="/ppt/notesMasters/notesMaster1.xml" Id="R26248f280177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48e79427b4fed" /><Relationship Type="http://schemas.openxmlformats.org/officeDocument/2006/relationships/notesMaster" Target="/ppt/notesMasters/notesMaster1.xml" Id="R68bba9627c8a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bae75da0c74aca" /><Relationship Type="http://schemas.openxmlformats.org/officeDocument/2006/relationships/notesMaster" Target="/ppt/notesMasters/notesMaster1.xml" Id="R57180504b8f7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fef767cae9402d" /><Relationship Type="http://schemas.openxmlformats.org/officeDocument/2006/relationships/notesMaster" Target="/ppt/notesMasters/notesMaster1.xml" Id="Re41536d9f95545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0bacf32f84b33" /><Relationship Type="http://schemas.openxmlformats.org/officeDocument/2006/relationships/notesMaster" Target="/ppt/notesMasters/notesMaster1.xml" Id="Rdb54675ed649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46fb962c64045" /><Relationship Type="http://schemas.openxmlformats.org/officeDocument/2006/relationships/notesMaster" Target="/ppt/notesMasters/notesMaster1.xml" Id="R8f5886d2bfd34d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11afab90f24cc4" /><Relationship Type="http://schemas.openxmlformats.org/officeDocument/2006/relationships/notesMaster" Target="/ppt/notesMasters/notesMaster1.xml" Id="R49e08fd6f5054e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f09adf006c480b" /><Relationship Type="http://schemas.openxmlformats.org/officeDocument/2006/relationships/notesMaster" Target="/ppt/notesMasters/notesMaster1.xml" Id="R8da0c9103cc9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b83594e62c42bf" /><Relationship Type="http://schemas.openxmlformats.org/officeDocument/2006/relationships/notesMaster" Target="/ppt/notesMasters/notesMaster1.xml" Id="R3ea40e0c32c3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8f8f6f7c234f55" /><Relationship Type="http://schemas.openxmlformats.org/officeDocument/2006/relationships/notesMaster" Target="/ppt/notesMasters/notesMaster1.xml" Id="R051e79768e3e42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7aa82abadf4b6e" /><Relationship Type="http://schemas.openxmlformats.org/officeDocument/2006/relationships/notesMaster" Target="/ppt/notesMasters/notesMaster1.xml" Id="Rc0f0cd19794346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700a3bb6074612" /><Relationship Type="http://schemas.openxmlformats.org/officeDocument/2006/relationships/notesMaster" Target="/ppt/notesMasters/notesMaster1.xml" Id="Rd0ca8993406e4b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006aa939e14af7" /><Relationship Type="http://schemas.openxmlformats.org/officeDocument/2006/relationships/notesMaster" Target="/ppt/notesMasters/notesMaster1.xml" Id="R8ad676c7851840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9b1750df4d461f" /><Relationship Type="http://schemas.openxmlformats.org/officeDocument/2006/relationships/notesMaster" Target="/ppt/notesMasters/notesMaster1.xml" Id="Rec3ff5e859294e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7f6ef63a7a4344" /><Relationship Type="http://schemas.openxmlformats.org/officeDocument/2006/relationships/notesMaster" Target="/ppt/notesMasters/notesMaster1.xml" Id="R40443a917f5242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639ee7b0304227" /><Relationship Type="http://schemas.openxmlformats.org/officeDocument/2006/relationships/notesMaster" Target="/ppt/notesMasters/notesMaster1.xml" Id="Rd74252e12ae143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360133d9cd4157" /><Relationship Type="http://schemas.openxmlformats.org/officeDocument/2006/relationships/notesMaster" Target="/ppt/notesMasters/notesMaster1.xml" Id="R8cb3b382c23348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96bc0bc8c34e42" /><Relationship Type="http://schemas.openxmlformats.org/officeDocument/2006/relationships/notesMaster" Target="/ppt/notesMasters/notesMaster1.xml" Id="R9e985f4bff6549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492e6896194d6c" /><Relationship Type="http://schemas.openxmlformats.org/officeDocument/2006/relationships/notesMaster" Target="/ppt/notesMasters/notesMaster1.xml" Id="R82d6a64df81744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dc5ecc152c47fe" /><Relationship Type="http://schemas.openxmlformats.org/officeDocument/2006/relationships/notesMaster" Target="/ppt/notesMasters/notesMaster1.xml" Id="Rb6feb386841b42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60c2e3c22649e8" /><Relationship Type="http://schemas.openxmlformats.org/officeDocument/2006/relationships/notesMaster" Target="/ppt/notesMasters/notesMaster1.xml" Id="R9ec743a34b2447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0824f64b014001" /><Relationship Type="http://schemas.openxmlformats.org/officeDocument/2006/relationships/notesMaster" Target="/ppt/notesMasters/notesMaster1.xml" Id="R6dba50b854c54b2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a0feb2f596403a" /><Relationship Type="http://schemas.openxmlformats.org/officeDocument/2006/relationships/notesMaster" Target="/ppt/notesMasters/notesMaster1.xml" Id="R3a3d28e1436740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这一页只回答结构问题：我们做的是结构化通道剪枝，不是把权重置零。Torch-Pruning 的 DepGraph 会把一个通道相关的 Conv 输出、BN 参数和下游 Conv 输入作为依赖组同步删除。当前实现只允许 Backbone、Neck 和 Head 隐藏塔成为剪枝根；检测和姿态最终输出卷积全部保护，因此 DFL 64、类别 1、姿态 42 的语义和维度不变。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这里必须区分实测与估算。Baseline 的 4,005,986 参数和 8.03 MiB checkpoint 来自远程实际模型。10% 与 15% 是依据 1-(1-r)^2 给出的理论候选：约 3.245M/6.51 MiB 与 2.894M/5.80 MiB。远程 20/20 回归、53 个安全根、18 个保护输出和有限前向已经验证；但完整 DepGraph 尚未产出模型，所以当前没有可宣称的剪枝精度与延迟。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剪枝改变隐藏通道宽度，因此恢复蒸馏不能依赖中间 feature shape。实现对齐 one-to-many 与 one-to-one 两个分支的 raw outputs：DFL 用温度 2 的 KL，类别与可见性用 sigmoid MSE，关键点 XY 用 SmoothL1。教师固定为 640 baseline，eval 且无梯度；学生仍然保留真实 GT 监督。部署阶段只保留 Student，教师不进入 optimizer、EMA 或 checkpoint，因此不会增加部署延迟。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训练采用保守的 20 epoch 低学习率恢复：SGD、lr0 2e-4、batch 16、同一 640 输入，总损失是 Lsup 加 0.25 倍 LKD。右上角的 20/20 PASS 有星号：它只证明代码接口、梯度边界和前向输出契约在远程通过，不代表完整剪枝模型训练已经完成。正式结论必须再过模型文件、参数/FLOPs、精度、端到端延迟四个门禁。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最后的结论是，Codex 的主要价值不是自动生成某段代码，而是跨越本地、WSL、远程 GPU 和长时间训练，维护一个可验证状态。</a:t>
            </a:r>
          </a:p>
          <a:p xmlns:a="http://schemas.openxmlformats.org/drawingml/2006/main">
            <a:r>
              <a:t>本项目最终部署选择是 640、one-to-one-only、Conv/BN fuse 和 FP16。蒸馏被保留为负证据，精度提升进入独立闭环。这样每个结果都可复现，每个失败都能解释，每个下一步都有门禁。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2331513eb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5ad85101c4d7c" /><Relationship Type="http://schemas.openxmlformats.org/officeDocument/2006/relationships/slideLayout" Target="/ppt/slideLayouts/slideLayout1.xml" Id="Rfcf627a825b3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627a825b3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54d557eff4ac0" /><Relationship Type="http://schemas.openxmlformats.org/officeDocument/2006/relationships/notesSlide" Target="/ppt/notesSlides/notesSlide1.xml" Id="Rabf711849f944a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75d32a22c4f99" /><Relationship Type="http://schemas.openxmlformats.org/officeDocument/2006/relationships/image" Target="/ppt/media/image.jpeg" Id="Rdb6fd799feee409b" /><Relationship Type="http://schemas.openxmlformats.org/officeDocument/2006/relationships/notesSlide" Target="/ppt/notesSlides/notesSlide2.xml" Id="R12f753492889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acebf0de04dce" /><Relationship Type="http://schemas.openxmlformats.org/officeDocument/2006/relationships/notesSlide" Target="/ppt/notesSlides/notesSlide3.xml" Id="R8be58302f45b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68f4e28244996" /><Relationship Type="http://schemas.openxmlformats.org/officeDocument/2006/relationships/notesSlide" Target="/ppt/notesSlides/notesSlide4.xml" Id="R5545c71efdad44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5640480bf466b" /><Relationship Type="http://schemas.openxmlformats.org/officeDocument/2006/relationships/notesSlide" Target="/ppt/notesSlides/notesSlide5.xml" Id="R94f1649bb9b74c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0126d6c064ce5" /><Relationship Type="http://schemas.openxmlformats.org/officeDocument/2006/relationships/notesSlide" Target="/ppt/notesSlides/notesSlide6.xml" Id="Ra95678bd7e094d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18906fde5420a" /><Relationship Type="http://schemas.openxmlformats.org/officeDocument/2006/relationships/image" Target="/ppt/media/image.png" Id="R79aa7657350e4460" /><Relationship Type="http://schemas.openxmlformats.org/officeDocument/2006/relationships/notesSlide" Target="/ppt/notesSlides/notesSlide7.xml" Id="Rd9eb34dcceeb43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d96a961704b04" /><Relationship Type="http://schemas.openxmlformats.org/officeDocument/2006/relationships/image" Target="/ppt/media/image2.jpeg" Id="Rf37b555a3b1a46d3" /><Relationship Type="http://schemas.openxmlformats.org/officeDocument/2006/relationships/image" Target="/ppt/media/image3.jpeg" Id="R9917630434fa464e" /><Relationship Type="http://schemas.openxmlformats.org/officeDocument/2006/relationships/notesSlide" Target="/ppt/notesSlides/notesSlide8.xml" Id="R939355dc002d4b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be06ef1b04f73" /><Relationship Type="http://schemas.openxmlformats.org/officeDocument/2006/relationships/image" Target="/ppt/media/image4.jpeg" Id="Rb76c4759ccac4eb3" /><Relationship Type="http://schemas.openxmlformats.org/officeDocument/2006/relationships/notesSlide" Target="/ppt/notesSlides/notesSlide9.xml" Id="R4212ed16b4ac4b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f28f0070d4dd6" /><Relationship Type="http://schemas.openxmlformats.org/officeDocument/2006/relationships/chart" Target="/ppt/slides/charts/chart1.xml" Id="Rb13e619fe85d48a7" /><Relationship Type="http://schemas.openxmlformats.org/officeDocument/2006/relationships/notesSlide" Target="/ppt/notesSlides/notesSlide10.xml" Id="Rb2b276a7cb0c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379ef725e4f6d" /><Relationship Type="http://schemas.openxmlformats.org/officeDocument/2006/relationships/notesSlide" Target="/ppt/notesSlides/notesSlide11.xml" Id="R5b8004c36b7948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46a40357407c" /><Relationship Type="http://schemas.openxmlformats.org/officeDocument/2006/relationships/chart" Target="/ppt/slides/charts/chart2.xml" Id="Rc0b9e50fa43a4331" /><Relationship Type="http://schemas.openxmlformats.org/officeDocument/2006/relationships/notesSlide" Target="/ppt/notesSlides/notesSlide12.xml" Id="R940b340a7aa644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5bca3e13f4fbf" /><Relationship Type="http://schemas.openxmlformats.org/officeDocument/2006/relationships/notesSlide" Target="/ppt/notesSlides/notesSlide13.xml" Id="R38c732d5975e4a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a5117c6c54984" /><Relationship Type="http://schemas.openxmlformats.org/officeDocument/2006/relationships/notesSlide" Target="/ppt/notesSlides/notesSlide14.xml" Id="R98a1ed71d76a48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f1b0b99dd4b3c" /><Relationship Type="http://schemas.openxmlformats.org/officeDocument/2006/relationships/chart" Target="/ppt/slides/charts/chart3.xml" Id="R6e445c79646542c7" /><Relationship Type="http://schemas.openxmlformats.org/officeDocument/2006/relationships/notesSlide" Target="/ppt/notesSlides/notesSlide15.xml" Id="Raef1f73daf1447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e6478d51c497a" /><Relationship Type="http://schemas.openxmlformats.org/officeDocument/2006/relationships/chart" Target="/ppt/slides/charts/chart4.xml" Id="R9b86dad6c68e4d2d" /><Relationship Type="http://schemas.openxmlformats.org/officeDocument/2006/relationships/notesSlide" Target="/ppt/notesSlides/notesSlide16.xml" Id="R803cfc1ac6db4a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9620a46dc42fd" /><Relationship Type="http://schemas.openxmlformats.org/officeDocument/2006/relationships/notesSlide" Target="/ppt/notesSlides/notesSlide17.xml" Id="R0fa394262f7342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1d6654fe4056" /><Relationship Type="http://schemas.openxmlformats.org/officeDocument/2006/relationships/notesSlide" Target="/ppt/notesSlides/notesSlide18.xml" Id="Rfb76ffff91fd40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7b7ef3f8345e8" /><Relationship Type="http://schemas.openxmlformats.org/officeDocument/2006/relationships/image" Target="/ppt/media/image2.png" Id="R30bc74ebd5d541be" /><Relationship Type="http://schemas.openxmlformats.org/officeDocument/2006/relationships/image" Target="/ppt/media/image3.png" Id="R4ebb563f1d40466f" /><Relationship Type="http://schemas.openxmlformats.org/officeDocument/2006/relationships/notesSlide" Target="/ppt/notesSlides/notesSlide19.xml" Id="R434a4fb7d5d442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692504d214b52" /><Relationship Type="http://schemas.openxmlformats.org/officeDocument/2006/relationships/image" Target="/ppt/media/image4.png" Id="R2beeeae03ef14245" /><Relationship Type="http://schemas.openxmlformats.org/officeDocument/2006/relationships/notesSlide" Target="/ppt/notesSlides/notesSlide20.xml" Id="R469ee2ac44f64a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82cd6969a4779" /><Relationship Type="http://schemas.openxmlformats.org/officeDocument/2006/relationships/image" Target="/ppt/media/image5.png" Id="Rf8047de3b86e4ca9" /><Relationship Type="http://schemas.openxmlformats.org/officeDocument/2006/relationships/notesSlide" Target="/ppt/notesSlides/notesSlide21.xml" Id="Rc5742bd65c8741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ab95ce19b4b21" /><Relationship Type="http://schemas.openxmlformats.org/officeDocument/2006/relationships/notesSlide" Target="/ppt/notesSlides/notesSlide22.xml" Id="R588a4c412df446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bf575304740c5" /><Relationship Type="http://schemas.openxmlformats.org/officeDocument/2006/relationships/notesSlide" Target="/ppt/notesSlides/notesSlide23.xml" Id="Rc3b8ae52251949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fd799feee409b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47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80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81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131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a7657350e4460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b555a3b1a46d3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7630434fa464e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c4759ccac4eb3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3e619fe85d48a7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b9e50fa43a4331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53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131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445c79646542c7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86dad6c68e4d2d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47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131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结构化剪枝只收缩隐藏通道，检测与姿态输出保持不变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Baseline｜全宽 Backbone / Neck + 双分支 Pose Head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Pruned Student｜DepGraph 同步收缩耦合通道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非 mask 稀疏：Conv out → BN → Conv in 成组删除；18 个输出 Conv 固定为 64 / 1 / 42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c74ebd5d541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95300" y="2419350"/>
            <a:ext cx="5238750" cy="3162300"/>
          </a:xfrm>
          <a:prstGeom xmlns:a="http://schemas.openxmlformats.org/drawingml/2006/main" prst="round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b563f1d4046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57950" y="2419350"/>
            <a:ext cx="5238750" cy="31623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参数与模型大小先给实测：结构变小，但精度与延迟门禁均失败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4.006M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Baseline 参数｜200 epoch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3.351M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Pruned + KD｜−16.36%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5.682ms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3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FP16 latency｜仅 −0.34%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Checkpoint  8.42 → 7.06 MB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−16.20%｜Pose  0.5146 → 0.4153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eeae03ef1424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562100" y="3276600"/>
            <a:ext cx="9067800" cy="25908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恢复蒸馏对齐双分支 raw outputs，不绑定隐藏通道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21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教师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baseline · eval / frozen
不进入 optimizer / EMA / checkpoint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学生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pruned model · trainable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epoch · batch 64 · 保留真实 GT 监督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部署目标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L = Lsup + 0.25·LKD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部署只保留 Student；仍须通过 latency gate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47de3b86e4c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619750" y="1666875"/>
            <a:ext cx="6172200" cy="43243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epoch 恢复完成：早期达峰，增加轮次没有修复精度与延迟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22</a:t>
            </a:r>
          </a:p>
        </p:txBody>
      </p:sp>
      <p:cxnSp>
        <p:nvCxnSpPr>
          <p:cNvPr id="47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TEACHER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KD LOSS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RECOVERY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8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REMOTE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冻结全宽教师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640 输入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teacher eval / no_grad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200e baseline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双分支输出蒸馏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OM + OO raw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DFL / cls / XY / vis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GT + 0.25 KD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100 epoch · SGD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lr0 2e−4 · batch 64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3.81 h｜无 OOM / NaN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8452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/ 100 COMPLETE</a:t>
            </a:r>
          </a:p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DEPLOY GATE: FAIL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是维护可验证状态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训练可恢复 · 指标与可视化互证 · 优化以实测决策 · 失败实验也形成可复用证据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最终选择：640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2026-07-23T18:37:10.6910000Z</dcterms:created>
  <dcterms:modified xsi:type="dcterms:W3CDTF">2026-07-23T18:37:10.6910000Z</dcterms:modified>
</coreProperties>
</file>