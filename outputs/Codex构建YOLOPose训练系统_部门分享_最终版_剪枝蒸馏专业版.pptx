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5451de2b34765" /><Relationship Type="http://schemas.openxmlformats.org/officeDocument/2006/relationships/extended-properties" Target="/docProps/app.xml" Id="R1ba5a00c62304374" /><Relationship Type="http://schemas.openxmlformats.org/officeDocument/2006/relationships/officeDocument" Target="/ppt/presentation.xml" Id="R36b04c1f9ab3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194a95510463e"/>
  </p:sldMasterIdLst>
  <p:notesMasterIdLst>
    <p:notesMasterId xmlns:r="http://schemas.openxmlformats.org/officeDocument/2006/relationships" r:id="R3e68ef5decc54077"/>
  </p:notesMasterIdLst>
  <p:sldIdLst>
    <p:sldId xmlns:r="http://schemas.openxmlformats.org/officeDocument/2006/relationships" id="256" r:id="Rb6200971f7e2432b"/>
    <p:sldId xmlns:r="http://schemas.openxmlformats.org/officeDocument/2006/relationships" id="257" r:id="R48494ae221e94936"/>
    <p:sldId xmlns:r="http://schemas.openxmlformats.org/officeDocument/2006/relationships" id="258" r:id="R420ed89a39054c20"/>
    <p:sldId xmlns:r="http://schemas.openxmlformats.org/officeDocument/2006/relationships" id="259" r:id="Rc8d76ff908bb4dde"/>
    <p:sldId xmlns:r="http://schemas.openxmlformats.org/officeDocument/2006/relationships" id="260" r:id="R0b9ade4f20774afe"/>
    <p:sldId xmlns:r="http://schemas.openxmlformats.org/officeDocument/2006/relationships" id="261" r:id="R5897afbb7e2545e2"/>
    <p:sldId xmlns:r="http://schemas.openxmlformats.org/officeDocument/2006/relationships" id="262" r:id="Rf6a1eba3937745d8"/>
    <p:sldId xmlns:r="http://schemas.openxmlformats.org/officeDocument/2006/relationships" id="263" r:id="Rb2534d1e7f3c4931"/>
    <p:sldId xmlns:r="http://schemas.openxmlformats.org/officeDocument/2006/relationships" id="264" r:id="Rf5470fe8cd4e4a3a"/>
    <p:sldId xmlns:r="http://schemas.openxmlformats.org/officeDocument/2006/relationships" id="265" r:id="Rd7c60f06ee734a3f"/>
    <p:sldId xmlns:r="http://schemas.openxmlformats.org/officeDocument/2006/relationships" id="266" r:id="R72d2d09c3b734526"/>
    <p:sldId xmlns:r="http://schemas.openxmlformats.org/officeDocument/2006/relationships" id="267" r:id="R0c8e3e95eb544edc"/>
    <p:sldId xmlns:r="http://schemas.openxmlformats.org/officeDocument/2006/relationships" id="268" r:id="Raff29a3e2a45410e"/>
    <p:sldId xmlns:r="http://schemas.openxmlformats.org/officeDocument/2006/relationships" id="269" r:id="R675c3b9a7d1a44be"/>
    <p:sldId xmlns:r="http://schemas.openxmlformats.org/officeDocument/2006/relationships" id="270" r:id="R40ad73bcb4ba4817"/>
    <p:sldId xmlns:r="http://schemas.openxmlformats.org/officeDocument/2006/relationships" id="271" r:id="R29fc222310f1447e"/>
    <p:sldId xmlns:r="http://schemas.openxmlformats.org/officeDocument/2006/relationships" id="272" r:id="R1dc61a8fad3b4ddb"/>
    <p:sldId xmlns:r="http://schemas.openxmlformats.org/officeDocument/2006/relationships" id="273" r:id="R5b799d17e8714f38"/>
    <p:sldId xmlns:r="http://schemas.openxmlformats.org/officeDocument/2006/relationships" id="274" r:id="R6dc04fe9502845b2"/>
    <p:sldId xmlns:r="http://schemas.openxmlformats.org/officeDocument/2006/relationships" id="275" r:id="Raf25aeb394934fba"/>
    <p:sldId xmlns:r="http://schemas.openxmlformats.org/officeDocument/2006/relationships" id="276" r:id="R443676a0121244c1"/>
    <p:sldId xmlns:r="http://schemas.openxmlformats.org/officeDocument/2006/relationships" id="277" r:id="Rf8f4282aed104fad"/>
    <p:sldId xmlns:r="http://schemas.openxmlformats.org/officeDocument/2006/relationships" id="278" r:id="R4bbcb08ab3e94f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ed5761093499e" /><Relationship Type="http://schemas.openxmlformats.org/officeDocument/2006/relationships/slideMaster" Target="/ppt/slideMasters/slideMaster1.xml" Id="R5bc194a95510463e" /><Relationship Type="http://schemas.openxmlformats.org/officeDocument/2006/relationships/notesMaster" Target="/ppt/notesMasters/notesMaster1.xml" Id="R3e68ef5decc54077" /><Relationship Type="http://schemas.openxmlformats.org/officeDocument/2006/relationships/presProps" Target="/ppt/presProps.xml" Id="R38eb25100e7044fc" /><Relationship Type="http://schemas.openxmlformats.org/officeDocument/2006/relationships/tableStyles" Target="/ppt/tableStyles.xml" Id="R5d1a8286c9cf4615" /><Relationship Type="http://schemas.openxmlformats.org/officeDocument/2006/relationships/slide" Target="/ppt/slides/slide1.xml" Id="Rb6200971f7e2432b" /><Relationship Type="http://schemas.openxmlformats.org/officeDocument/2006/relationships/slide" Target="/ppt/slides/slide2.xml" Id="R48494ae221e94936" /><Relationship Type="http://schemas.openxmlformats.org/officeDocument/2006/relationships/slide" Target="/ppt/slides/slide3.xml" Id="R420ed89a39054c20" /><Relationship Type="http://schemas.openxmlformats.org/officeDocument/2006/relationships/slide" Target="/ppt/slides/slide4.xml" Id="Rc8d76ff908bb4dde" /><Relationship Type="http://schemas.openxmlformats.org/officeDocument/2006/relationships/slide" Target="/ppt/slides/slide5.xml" Id="R0b9ade4f20774afe" /><Relationship Type="http://schemas.openxmlformats.org/officeDocument/2006/relationships/slide" Target="/ppt/slides/slide6.xml" Id="R5897afbb7e2545e2" /><Relationship Type="http://schemas.openxmlformats.org/officeDocument/2006/relationships/slide" Target="/ppt/slides/slide7.xml" Id="Rf6a1eba3937745d8" /><Relationship Type="http://schemas.openxmlformats.org/officeDocument/2006/relationships/slide" Target="/ppt/slides/slide8.xml" Id="Rb2534d1e7f3c4931" /><Relationship Type="http://schemas.openxmlformats.org/officeDocument/2006/relationships/slide" Target="/ppt/slides/slide9.xml" Id="Rf5470fe8cd4e4a3a" /><Relationship Type="http://schemas.openxmlformats.org/officeDocument/2006/relationships/slide" Target="/ppt/slides/slide10.xml" Id="Rd7c60f06ee734a3f" /><Relationship Type="http://schemas.openxmlformats.org/officeDocument/2006/relationships/slide" Target="/ppt/slides/slide11.xml" Id="R72d2d09c3b734526" /><Relationship Type="http://schemas.openxmlformats.org/officeDocument/2006/relationships/slide" Target="/ppt/slides/slide12.xml" Id="R0c8e3e95eb544edc" /><Relationship Type="http://schemas.openxmlformats.org/officeDocument/2006/relationships/slide" Target="/ppt/slides/slide13.xml" Id="Raff29a3e2a45410e" /><Relationship Type="http://schemas.openxmlformats.org/officeDocument/2006/relationships/slide" Target="/ppt/slides/slide14.xml" Id="R675c3b9a7d1a44be" /><Relationship Type="http://schemas.openxmlformats.org/officeDocument/2006/relationships/slide" Target="/ppt/slides/slide15.xml" Id="R40ad73bcb4ba4817" /><Relationship Type="http://schemas.openxmlformats.org/officeDocument/2006/relationships/slide" Target="/ppt/slides/slide16.xml" Id="R29fc222310f1447e" /><Relationship Type="http://schemas.openxmlformats.org/officeDocument/2006/relationships/slide" Target="/ppt/slides/slide17.xml" Id="R1dc61a8fad3b4ddb" /><Relationship Type="http://schemas.openxmlformats.org/officeDocument/2006/relationships/slide" Target="/ppt/slides/slide18.xml" Id="R5b799d17e8714f38" /><Relationship Type="http://schemas.openxmlformats.org/officeDocument/2006/relationships/slide" Target="/ppt/slides/slide19.xml" Id="R6dc04fe9502845b2" /><Relationship Type="http://schemas.openxmlformats.org/officeDocument/2006/relationships/slide" Target="/ppt/slides/slide20.xml" Id="Raf25aeb394934fba" /><Relationship Type="http://schemas.openxmlformats.org/officeDocument/2006/relationships/slide" Target="/ppt/slides/slide21.xml" Id="R443676a0121244c1" /><Relationship Type="http://schemas.openxmlformats.org/officeDocument/2006/relationships/slide" Target="/ppt/slides/slide22.xml" Id="Rf8f4282aed104fad" /><Relationship Type="http://schemas.openxmlformats.org/officeDocument/2006/relationships/slide" Target="/ppt/slides/slide23.xml" Id="R4bbcb08ab3e9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a8c306b53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a0444d402c4024" /><Relationship Type="http://schemas.openxmlformats.org/officeDocument/2006/relationships/notesMaster" Target="/ppt/notesMasters/notesMaster1.xml" Id="Re882015a2600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29a5df86b448b" /><Relationship Type="http://schemas.openxmlformats.org/officeDocument/2006/relationships/notesMaster" Target="/ppt/notesMasters/notesMaster1.xml" Id="R25c88ee57d3b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596f6ca382437f" /><Relationship Type="http://schemas.openxmlformats.org/officeDocument/2006/relationships/notesMaster" Target="/ppt/notesMasters/notesMaster1.xml" Id="R456ccec7c092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7a210cfbf24bf3" /><Relationship Type="http://schemas.openxmlformats.org/officeDocument/2006/relationships/notesMaster" Target="/ppt/notesMasters/notesMaster1.xml" Id="R7a7f79794d94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5ca54c884945c7" /><Relationship Type="http://schemas.openxmlformats.org/officeDocument/2006/relationships/notesMaster" Target="/ppt/notesMasters/notesMaster1.xml" Id="Rc4184127e011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bcb9abd8144989" /><Relationship Type="http://schemas.openxmlformats.org/officeDocument/2006/relationships/notesMaster" Target="/ppt/notesMasters/notesMaster1.xml" Id="R8b8670151bdd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5dd791c2242e2" /><Relationship Type="http://schemas.openxmlformats.org/officeDocument/2006/relationships/notesMaster" Target="/ppt/notesMasters/notesMaster1.xml" Id="R6b130e6db7b94b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6549a1c1a24588" /><Relationship Type="http://schemas.openxmlformats.org/officeDocument/2006/relationships/notesMaster" Target="/ppt/notesMasters/notesMaster1.xml" Id="R80a19997d5864d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184f2b175449c9" /><Relationship Type="http://schemas.openxmlformats.org/officeDocument/2006/relationships/notesMaster" Target="/ppt/notesMasters/notesMaster1.xml" Id="R5ce8218299584f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beb81204b4d45" /><Relationship Type="http://schemas.openxmlformats.org/officeDocument/2006/relationships/notesMaster" Target="/ppt/notesMasters/notesMaster1.xml" Id="R6f0b3626e09c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3450d545d74c64" /><Relationship Type="http://schemas.openxmlformats.org/officeDocument/2006/relationships/notesMaster" Target="/ppt/notesMasters/notesMaster1.xml" Id="R763b5b193f7c41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e4371ea5a94ee5" /><Relationship Type="http://schemas.openxmlformats.org/officeDocument/2006/relationships/notesMaster" Target="/ppt/notesMasters/notesMaster1.xml" Id="R25aa2ee7b2fb4c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a6eda8922a4403" /><Relationship Type="http://schemas.openxmlformats.org/officeDocument/2006/relationships/notesMaster" Target="/ppt/notesMasters/notesMaster1.xml" Id="Rb25fbf6e013642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85ffc091454e5f" /><Relationship Type="http://schemas.openxmlformats.org/officeDocument/2006/relationships/notesMaster" Target="/ppt/notesMasters/notesMaster1.xml" Id="R8ef97ac732114e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4b7e5196284ecd" /><Relationship Type="http://schemas.openxmlformats.org/officeDocument/2006/relationships/notesMaster" Target="/ppt/notesMasters/notesMaster1.xml" Id="R1ec213b15e2f47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3ee354b57f4517" /><Relationship Type="http://schemas.openxmlformats.org/officeDocument/2006/relationships/notesMaster" Target="/ppt/notesMasters/notesMaster1.xml" Id="Rcc6ed47e95c44c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872c91ab9f4759" /><Relationship Type="http://schemas.openxmlformats.org/officeDocument/2006/relationships/notesMaster" Target="/ppt/notesMasters/notesMaster1.xml" Id="R2026a6ce743c4a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4b3edd37694685" /><Relationship Type="http://schemas.openxmlformats.org/officeDocument/2006/relationships/notesMaster" Target="/ppt/notesMasters/notesMaster1.xml" Id="R50d756f705964e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387c57429a4e4b" /><Relationship Type="http://schemas.openxmlformats.org/officeDocument/2006/relationships/notesMaster" Target="/ppt/notesMasters/notesMaster1.xml" Id="R15f7811168a84b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5942f0fe42424e" /><Relationship Type="http://schemas.openxmlformats.org/officeDocument/2006/relationships/notesMaster" Target="/ppt/notesMasters/notesMaster1.xml" Id="R853a8fb42c8742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e7ef24eaa3463c" /><Relationship Type="http://schemas.openxmlformats.org/officeDocument/2006/relationships/notesMaster" Target="/ppt/notesMasters/notesMaster1.xml" Id="R66f6ca1b57724c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14fe840a8b44f7" /><Relationship Type="http://schemas.openxmlformats.org/officeDocument/2006/relationships/notesMaster" Target="/ppt/notesMasters/notesMaster1.xml" Id="Rdb4a83f2c59247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5dcf6344114832" /><Relationship Type="http://schemas.openxmlformats.org/officeDocument/2006/relationships/notesMaster" Target="/ppt/notesMasters/notesMaster1.xml" Id="R4b3c8fc99d34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这一页只回答结构问题：我们做的是结构化通道剪枝，不是把权重置零。Torch-Pruning 的 DepGraph 会把一个通道相关的 Conv 输出、BN 参数和下游 Conv 输入作为依赖组同步删除。当前实现只允许 Backbone、Neck 和 Head 隐藏塔成为剪枝根；检测和姿态最终输出卷积全部保护，因此 DFL 64、类别 1、姿态 42 的语义和维度不变。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这里必须区分实测与估算。Baseline 的 4,005,986 参数和 8.03 MiB checkpoint 来自远程实际模型。10% 与 15% 是依据 1-(1-r)^2 给出的理论候选：约 3.245M/6.51 MiB 与 2.894M/5.80 MiB。远程 20/20 回归、53 个安全根、18 个保护输出和有限前向已经验证；但完整 DepGraph 尚未产出模型，所以当前没有可宣称的剪枝精度与延迟。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剪枝改变隐藏通道宽度，因此恢复蒸馏不能依赖中间 feature shape。实现对齐 one-to-many 与 one-to-one 两个分支的 raw outputs：DFL 用温度 2 的 KL，类别与可见性用 sigmoid MSE，关键点 XY 用 SmoothL1。教师固定为 640 baseline，eval 且无梯度；学生仍然保留真实 GT 监督。部署阶段只保留 Student，教师不进入 optimizer、EMA 或 checkpoint，因此不会增加部署延迟。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训练采用保守的 20 epoch 低学习率恢复：SGD、lr0 2e-4、batch 16、同一 640 输入，总损失是 Lsup 加 0.25 倍 LKD。右上角的 20/20 PASS 有星号：它只证明代码接口、梯度边界和前向输出契约在远程通过，不代表完整剪枝模型训练已经完成。正式结论必须再过模型文件、参数/FLOPs、精度、端到端延迟四个门禁。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最后的结论是，Codex 的主要价值不是自动生成某段代码，而是跨越本地、WSL、远程 GPU 和长时间训练，维护一个可验证状态。</a:t>
            </a:r>
          </a:p>
          <a:p xmlns:a="http://schemas.openxmlformats.org/drawingml/2006/main">
            <a:r>
              <a:t>本项目最终部署选择是 640、one-to-one-only、Conv/BN fuse 和 FP16。蒸馏被保留为负证据，精度提升进入独立闭环。这样每个结果都可复现，每个失败都能解释，每个下一步都有门禁。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9607a0e7e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a615b1cc8e4615" /><Relationship Type="http://schemas.openxmlformats.org/officeDocument/2006/relationships/slideLayout" Target="/ppt/slideLayouts/slideLayout1.xml" Id="Rf09a5f98c091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a5f98c091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f62a748ed4b50" /><Relationship Type="http://schemas.openxmlformats.org/officeDocument/2006/relationships/notesSlide" Target="/ppt/notesSlides/notesSlide1.xml" Id="R463e1db6b0a14a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145f19ef84027" /><Relationship Type="http://schemas.openxmlformats.org/officeDocument/2006/relationships/image" Target="/ppt/media/image.jpeg" Id="R3a32848994b44d96" /><Relationship Type="http://schemas.openxmlformats.org/officeDocument/2006/relationships/notesSlide" Target="/ppt/notesSlides/notesSlide2.xml" Id="Rb4e344f15198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468f83290415d" /><Relationship Type="http://schemas.openxmlformats.org/officeDocument/2006/relationships/notesSlide" Target="/ppt/notesSlides/notesSlide3.xml" Id="R7367aaae3793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b0de876bf4c90" /><Relationship Type="http://schemas.openxmlformats.org/officeDocument/2006/relationships/notesSlide" Target="/ppt/notesSlides/notesSlide4.xml" Id="R2de597ca914646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c43153e584201" /><Relationship Type="http://schemas.openxmlformats.org/officeDocument/2006/relationships/notesSlide" Target="/ppt/notesSlides/notesSlide5.xml" Id="R713004ccaeff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75d0b1ec418e" /><Relationship Type="http://schemas.openxmlformats.org/officeDocument/2006/relationships/notesSlide" Target="/ppt/notesSlides/notesSlide6.xml" Id="R690df91719a5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07bc936964cde" /><Relationship Type="http://schemas.openxmlformats.org/officeDocument/2006/relationships/image" Target="/ppt/media/image.png" Id="Rc8e92f0fbac74126" /><Relationship Type="http://schemas.openxmlformats.org/officeDocument/2006/relationships/notesSlide" Target="/ppt/notesSlides/notesSlide7.xml" Id="R7081f3e17415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e233f616d46cd" /><Relationship Type="http://schemas.openxmlformats.org/officeDocument/2006/relationships/image" Target="/ppt/media/image2.jpeg" Id="Rf66d8218c3be422e" /><Relationship Type="http://schemas.openxmlformats.org/officeDocument/2006/relationships/image" Target="/ppt/media/image3.jpeg" Id="Rb99d3511c9494e63" /><Relationship Type="http://schemas.openxmlformats.org/officeDocument/2006/relationships/notesSlide" Target="/ppt/notesSlides/notesSlide8.xml" Id="R302b84c8f9764a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e30c078aa49c4" /><Relationship Type="http://schemas.openxmlformats.org/officeDocument/2006/relationships/image" Target="/ppt/media/image4.jpeg" Id="R0f9294c4e0a44b18" /><Relationship Type="http://schemas.openxmlformats.org/officeDocument/2006/relationships/notesSlide" Target="/ppt/notesSlides/notesSlide9.xml" Id="R9ca36784b8cd4d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ee301c853479a" /><Relationship Type="http://schemas.openxmlformats.org/officeDocument/2006/relationships/chart" Target="/ppt/slides/charts/chart1.xml" Id="Rd1f8f61bef084cb8" /><Relationship Type="http://schemas.openxmlformats.org/officeDocument/2006/relationships/notesSlide" Target="/ppt/notesSlides/notesSlide10.xml" Id="R5b319738fead47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0f8df524842c0" /><Relationship Type="http://schemas.openxmlformats.org/officeDocument/2006/relationships/notesSlide" Target="/ppt/notesSlides/notesSlide11.xml" Id="R8dab33160ed04e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fd8c86b84d85" /><Relationship Type="http://schemas.openxmlformats.org/officeDocument/2006/relationships/chart" Target="/ppt/slides/charts/chart2.xml" Id="Rf8cf88e40c3d4b19" /><Relationship Type="http://schemas.openxmlformats.org/officeDocument/2006/relationships/notesSlide" Target="/ppt/notesSlides/notesSlide12.xml" Id="Raae2fd6259504f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0b742de594894" /><Relationship Type="http://schemas.openxmlformats.org/officeDocument/2006/relationships/notesSlide" Target="/ppt/notesSlides/notesSlide13.xml" Id="R4fa10360094144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55878e9304f69" /><Relationship Type="http://schemas.openxmlformats.org/officeDocument/2006/relationships/notesSlide" Target="/ppt/notesSlides/notesSlide14.xml" Id="R3ecc2ac3cefe4c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eba5e38cd4dc4" /><Relationship Type="http://schemas.openxmlformats.org/officeDocument/2006/relationships/chart" Target="/ppt/slides/charts/chart3.xml" Id="R90e0f55037e84817" /><Relationship Type="http://schemas.openxmlformats.org/officeDocument/2006/relationships/notesSlide" Target="/ppt/notesSlides/notesSlide15.xml" Id="R778b379b5c4b45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f07a843f47f4" /><Relationship Type="http://schemas.openxmlformats.org/officeDocument/2006/relationships/chart" Target="/ppt/slides/charts/chart4.xml" Id="R97718721e75546c7" /><Relationship Type="http://schemas.openxmlformats.org/officeDocument/2006/relationships/notesSlide" Target="/ppt/notesSlides/notesSlide16.xml" Id="Re15937da3fc341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bff5f7cf4f01" /><Relationship Type="http://schemas.openxmlformats.org/officeDocument/2006/relationships/notesSlide" Target="/ppt/notesSlides/notesSlide17.xml" Id="R8d6cdb76c56547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d6b466090441a" /><Relationship Type="http://schemas.openxmlformats.org/officeDocument/2006/relationships/notesSlide" Target="/ppt/notesSlides/notesSlide18.xml" Id="Rc4088aa7273948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d9d5c2cbe4b7e" /><Relationship Type="http://schemas.openxmlformats.org/officeDocument/2006/relationships/image" Target="/ppt/media/image2.png" Id="Re422ff6fe9c24188" /><Relationship Type="http://schemas.openxmlformats.org/officeDocument/2006/relationships/image" Target="/ppt/media/image3.png" Id="R17d959ed0fed4527" /><Relationship Type="http://schemas.openxmlformats.org/officeDocument/2006/relationships/notesSlide" Target="/ppt/notesSlides/notesSlide19.xml" Id="R5b97e6db7ee04d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bd20191fe4cde" /><Relationship Type="http://schemas.openxmlformats.org/officeDocument/2006/relationships/image" Target="/ppt/media/image4.png" Id="R7335e3755e064e1d" /><Relationship Type="http://schemas.openxmlformats.org/officeDocument/2006/relationships/notesSlide" Target="/ppt/notesSlides/notesSlide20.xml" Id="R0cce1285889a42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691ce7497475e" /><Relationship Type="http://schemas.openxmlformats.org/officeDocument/2006/relationships/image" Target="/ppt/media/image5.png" Id="R9cb77f6464cf4aa0" /><Relationship Type="http://schemas.openxmlformats.org/officeDocument/2006/relationships/notesSlide" Target="/ppt/notesSlides/notesSlide21.xml" Id="Rb0bd0e37992845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a802948ba4eea" /><Relationship Type="http://schemas.openxmlformats.org/officeDocument/2006/relationships/notesSlide" Target="/ppt/notesSlides/notesSlide22.xml" Id="R8c22b18bbe7d45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c4f4aba27488b" /><Relationship Type="http://schemas.openxmlformats.org/officeDocument/2006/relationships/notesSlide" Target="/ppt/notesSlides/notesSlide23.xml" Id="R63da181d1d1d4b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2848994b44d96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62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3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92f0fbac74126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d8218c3be422e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d3511c9494e63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294c4e0a44b18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f8f61bef084cb8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cf88e40c3d4b19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45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e0f55037e84817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718721e75546c7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99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结构化剪枝只收缩隐藏通道，检测与姿态输出保持不变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Baseline｜全宽 Backbone / Neck + 双分支 Pose Head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Pruned Student｜DepGraph 同步收缩耦合通道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非 mask 稀疏：Conv out → BN → Conv in 成组删除；18 个输出 Conv 固定为 64 / 1 / 42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2ff6fe9c241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95300" y="2419350"/>
            <a:ext cx="5238750" cy="3162300"/>
          </a:xfrm>
          <a:prstGeom xmlns:a="http://schemas.openxmlformats.org/drawingml/2006/main" prst="round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959ed0fed45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57950" y="2419350"/>
            <a:ext cx="5238750" cy="31623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参数与模型大小先给目标区间，最终只认结构报告与实测文件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4.006M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Baseline 参数｜远程实测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3.245M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10% 通道｜理论估算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2.894M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15% 通道｜理论估算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Checkpoint
8.03 → ≈6.51 → ≈5.80 MiB
候选值非实测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5e3755e064e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562100" y="3276600"/>
            <a:ext cx="9067800" cy="25908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恢复蒸馏对齐双分支 raw outputs，不绑定隐藏通道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21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教师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baseline · eval / frozen
不进入 optimizer / EMA / checkpoint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学生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pruned model · trainable
保留真实 GT 监督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部署目标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L = Lsup + 0.25·LKD
部署只保留 Student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77f6464cf4aa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619750" y="1666875"/>
            <a:ext cx="6172200" cy="43243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 epoch 低学习率恢复：损失、梯度与部署边界全部显式化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22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TEACHER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KD LOSS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RECOVERY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7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REMOTE*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冻结全宽教师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640 输入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teacher eval / no_grad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双分支输出蒸馏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OM + OO raw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DFL / cls / XY / vis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GT + 0.25 KD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 epoch · SGD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lr0 2e−4 · batch 16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*仅代码 / 前向验证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 / 20 PASS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是维护可验证状态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训练可恢复 · 指标与可视化互证 · 优化以实测决策 · 失败实验也形成可复用证据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最终选择：640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2026-07-23T12:49:22.2000000Z</dcterms:created>
  <dcterms:modified xsi:type="dcterms:W3CDTF">2026-07-23T12:49:22.2000000Z</dcterms:modified>
</coreProperties>
</file>