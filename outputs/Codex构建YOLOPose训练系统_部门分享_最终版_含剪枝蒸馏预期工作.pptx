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66fe74ecee4001" /><Relationship Type="http://schemas.openxmlformats.org/officeDocument/2006/relationships/extended-properties" Target="/docProps/app.xml" Id="R8eb5ba27ce274e12" /><Relationship Type="http://schemas.openxmlformats.org/officeDocument/2006/relationships/officeDocument" Target="/ppt/presentation.xml" Id="R569360f9e1bb4d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62cb4d71a4e6e"/>
  </p:sldMasterIdLst>
  <p:notesMasterIdLst>
    <p:notesMasterId xmlns:r="http://schemas.openxmlformats.org/officeDocument/2006/relationships" r:id="R8bdc0adee5e04096"/>
  </p:notesMasterIdLst>
  <p:sldIdLst>
    <p:sldId xmlns:r="http://schemas.openxmlformats.org/officeDocument/2006/relationships" id="256" r:id="R3968cfdd489a4a15"/>
    <p:sldId xmlns:r="http://schemas.openxmlformats.org/officeDocument/2006/relationships" id="257" r:id="R8948c79f91604561"/>
    <p:sldId xmlns:r="http://schemas.openxmlformats.org/officeDocument/2006/relationships" id="258" r:id="Rb0579ac65edd4345"/>
    <p:sldId xmlns:r="http://schemas.openxmlformats.org/officeDocument/2006/relationships" id="259" r:id="R3bd5b484a139481b"/>
    <p:sldId xmlns:r="http://schemas.openxmlformats.org/officeDocument/2006/relationships" id="260" r:id="Rfef0d7d9322a4bcc"/>
    <p:sldId xmlns:r="http://schemas.openxmlformats.org/officeDocument/2006/relationships" id="261" r:id="R8c9b0051f0714ea5"/>
    <p:sldId xmlns:r="http://schemas.openxmlformats.org/officeDocument/2006/relationships" id="262" r:id="R27b7bd74e06b411a"/>
    <p:sldId xmlns:r="http://schemas.openxmlformats.org/officeDocument/2006/relationships" id="263" r:id="R6982d7892bdf4369"/>
    <p:sldId xmlns:r="http://schemas.openxmlformats.org/officeDocument/2006/relationships" id="264" r:id="Rf70841fb3a004198"/>
    <p:sldId xmlns:r="http://schemas.openxmlformats.org/officeDocument/2006/relationships" id="265" r:id="R9acabe69ef4e40c4"/>
    <p:sldId xmlns:r="http://schemas.openxmlformats.org/officeDocument/2006/relationships" id="266" r:id="R0f2b960ef7434a74"/>
    <p:sldId xmlns:r="http://schemas.openxmlformats.org/officeDocument/2006/relationships" id="267" r:id="R7fe8c6b6fe134999"/>
    <p:sldId xmlns:r="http://schemas.openxmlformats.org/officeDocument/2006/relationships" id="268" r:id="R6a426591040749e6"/>
    <p:sldId xmlns:r="http://schemas.openxmlformats.org/officeDocument/2006/relationships" id="269" r:id="Rb2a966b7d3ab4e8d"/>
    <p:sldId xmlns:r="http://schemas.openxmlformats.org/officeDocument/2006/relationships" id="270" r:id="Ra62c84fcec53489e"/>
    <p:sldId xmlns:r="http://schemas.openxmlformats.org/officeDocument/2006/relationships" id="271" r:id="R2bb19e9ce7034737"/>
    <p:sldId xmlns:r="http://schemas.openxmlformats.org/officeDocument/2006/relationships" id="272" r:id="R17f670ab87e84d16"/>
    <p:sldId xmlns:r="http://schemas.openxmlformats.org/officeDocument/2006/relationships" id="273" r:id="R0cad0beae7774a9e"/>
    <p:sldId xmlns:r="http://schemas.openxmlformats.org/officeDocument/2006/relationships" id="274" r:id="R7c54c35816e04e24"/>
    <p:sldId xmlns:r="http://schemas.openxmlformats.org/officeDocument/2006/relationships" id="275" r:id="Rb2479f6ed4b443fe"/>
    <p:sldId xmlns:r="http://schemas.openxmlformats.org/officeDocument/2006/relationships" id="276" r:id="R7a516fe9e36445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4d919bc8d74852" /><Relationship Type="http://schemas.openxmlformats.org/officeDocument/2006/relationships/slideMaster" Target="/ppt/slideMasters/slideMaster1.xml" Id="R90262cb4d71a4e6e" /><Relationship Type="http://schemas.openxmlformats.org/officeDocument/2006/relationships/notesMaster" Target="/ppt/notesMasters/notesMaster1.xml" Id="R8bdc0adee5e04096" /><Relationship Type="http://schemas.openxmlformats.org/officeDocument/2006/relationships/presProps" Target="/ppt/presProps.xml" Id="R3089b0e5da3a4db5" /><Relationship Type="http://schemas.openxmlformats.org/officeDocument/2006/relationships/tableStyles" Target="/ppt/tableStyles.xml" Id="Rd3b9305fc057434a" /><Relationship Type="http://schemas.openxmlformats.org/officeDocument/2006/relationships/slide" Target="/ppt/slides/slide1.xml" Id="R3968cfdd489a4a15" /><Relationship Type="http://schemas.openxmlformats.org/officeDocument/2006/relationships/slide" Target="/ppt/slides/slide2.xml" Id="R8948c79f91604561" /><Relationship Type="http://schemas.openxmlformats.org/officeDocument/2006/relationships/slide" Target="/ppt/slides/slide3.xml" Id="Rb0579ac65edd4345" /><Relationship Type="http://schemas.openxmlformats.org/officeDocument/2006/relationships/slide" Target="/ppt/slides/slide4.xml" Id="R3bd5b484a139481b" /><Relationship Type="http://schemas.openxmlformats.org/officeDocument/2006/relationships/slide" Target="/ppt/slides/slide5.xml" Id="Rfef0d7d9322a4bcc" /><Relationship Type="http://schemas.openxmlformats.org/officeDocument/2006/relationships/slide" Target="/ppt/slides/slide6.xml" Id="R8c9b0051f0714ea5" /><Relationship Type="http://schemas.openxmlformats.org/officeDocument/2006/relationships/slide" Target="/ppt/slides/slide7.xml" Id="R27b7bd74e06b411a" /><Relationship Type="http://schemas.openxmlformats.org/officeDocument/2006/relationships/slide" Target="/ppt/slides/slide8.xml" Id="R6982d7892bdf4369" /><Relationship Type="http://schemas.openxmlformats.org/officeDocument/2006/relationships/slide" Target="/ppt/slides/slide9.xml" Id="Rf70841fb3a004198" /><Relationship Type="http://schemas.openxmlformats.org/officeDocument/2006/relationships/slide" Target="/ppt/slides/slide10.xml" Id="R9acabe69ef4e40c4" /><Relationship Type="http://schemas.openxmlformats.org/officeDocument/2006/relationships/slide" Target="/ppt/slides/slide11.xml" Id="R0f2b960ef7434a74" /><Relationship Type="http://schemas.openxmlformats.org/officeDocument/2006/relationships/slide" Target="/ppt/slides/slide12.xml" Id="R7fe8c6b6fe134999" /><Relationship Type="http://schemas.openxmlformats.org/officeDocument/2006/relationships/slide" Target="/ppt/slides/slide13.xml" Id="R6a426591040749e6" /><Relationship Type="http://schemas.openxmlformats.org/officeDocument/2006/relationships/slide" Target="/ppt/slides/slide14.xml" Id="Rb2a966b7d3ab4e8d" /><Relationship Type="http://schemas.openxmlformats.org/officeDocument/2006/relationships/slide" Target="/ppt/slides/slide15.xml" Id="Ra62c84fcec53489e" /><Relationship Type="http://schemas.openxmlformats.org/officeDocument/2006/relationships/slide" Target="/ppt/slides/slide16.xml" Id="R2bb19e9ce7034737" /><Relationship Type="http://schemas.openxmlformats.org/officeDocument/2006/relationships/slide" Target="/ppt/slides/slide17.xml" Id="R17f670ab87e84d16" /><Relationship Type="http://schemas.openxmlformats.org/officeDocument/2006/relationships/slide" Target="/ppt/slides/slide18.xml" Id="R0cad0beae7774a9e" /><Relationship Type="http://schemas.openxmlformats.org/officeDocument/2006/relationships/slide" Target="/ppt/slides/slide19.xml" Id="R7c54c35816e04e24" /><Relationship Type="http://schemas.openxmlformats.org/officeDocument/2006/relationships/slide" Target="/ppt/slides/slide20.xml" Id="Rb2479f6ed4b443fe" /><Relationship Type="http://schemas.openxmlformats.org/officeDocument/2006/relationships/slide" Target="/ppt/slides/slide21.xml" Id="R7a516fe9e364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5c31553fb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4857f299f4b03" /><Relationship Type="http://schemas.openxmlformats.org/officeDocument/2006/relationships/notesMaster" Target="/ppt/notesMasters/notesMaster1.xml" Id="R42631459a107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57408dedde4c34" /><Relationship Type="http://schemas.openxmlformats.org/officeDocument/2006/relationships/notesMaster" Target="/ppt/notesMasters/notesMaster1.xml" Id="Rbd7e760b0781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e3a4e95d04645" /><Relationship Type="http://schemas.openxmlformats.org/officeDocument/2006/relationships/notesMaster" Target="/ppt/notesMasters/notesMaster1.xml" Id="R3451aba0d55c4f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c06cfc8ca34c48" /><Relationship Type="http://schemas.openxmlformats.org/officeDocument/2006/relationships/notesMaster" Target="/ppt/notesMasters/notesMaster1.xml" Id="R1a066fe5381d4e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a44931875e4181" /><Relationship Type="http://schemas.openxmlformats.org/officeDocument/2006/relationships/notesMaster" Target="/ppt/notesMasters/notesMaster1.xml" Id="R36e261187d3d4e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6f71d00d1d49a3" /><Relationship Type="http://schemas.openxmlformats.org/officeDocument/2006/relationships/notesMaster" Target="/ppt/notesMasters/notesMaster1.xml" Id="R2786f6c7b843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2c89d4fc08441c" /><Relationship Type="http://schemas.openxmlformats.org/officeDocument/2006/relationships/notesMaster" Target="/ppt/notesMasters/notesMaster1.xml" Id="Rd832b0139543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13f48e692a4eb8" /><Relationship Type="http://schemas.openxmlformats.org/officeDocument/2006/relationships/notesMaster" Target="/ppt/notesMasters/notesMaster1.xml" Id="R4eacd1fabffe4e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c4e85f8a2c4fe1" /><Relationship Type="http://schemas.openxmlformats.org/officeDocument/2006/relationships/notesMaster" Target="/ppt/notesMasters/notesMaster1.xml" Id="R8026b9ed61124d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ca5f7ff713483e" /><Relationship Type="http://schemas.openxmlformats.org/officeDocument/2006/relationships/notesMaster" Target="/ppt/notesMasters/notesMaster1.xml" Id="R41fe881fb0f54c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29b693d9494c98" /><Relationship Type="http://schemas.openxmlformats.org/officeDocument/2006/relationships/notesMaster" Target="/ppt/notesMasters/notesMaster1.xml" Id="R80a1223976ae41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358e2c84e24b44" /><Relationship Type="http://schemas.openxmlformats.org/officeDocument/2006/relationships/notesMaster" Target="/ppt/notesMasters/notesMaster1.xml" Id="R6489bd5dab1841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850499426a4e77" /><Relationship Type="http://schemas.openxmlformats.org/officeDocument/2006/relationships/notesMaster" Target="/ppt/notesMasters/notesMaster1.xml" Id="R952e2d2202a347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ea13ffe682405a" /><Relationship Type="http://schemas.openxmlformats.org/officeDocument/2006/relationships/notesMaster" Target="/ppt/notesMasters/notesMaster1.xml" Id="Rd61925ccb26e40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a7da20430d4fb7" /><Relationship Type="http://schemas.openxmlformats.org/officeDocument/2006/relationships/notesMaster" Target="/ppt/notesMasters/notesMaster1.xml" Id="R5023257e15c640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bf2fd1c5d24b1a" /><Relationship Type="http://schemas.openxmlformats.org/officeDocument/2006/relationships/notesMaster" Target="/ppt/notesMasters/notesMaster1.xml" Id="R7d2c5267eac34d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ff51304c794738" /><Relationship Type="http://schemas.openxmlformats.org/officeDocument/2006/relationships/notesMaster" Target="/ppt/notesMasters/notesMaster1.xml" Id="Rd46edcaf22e644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326b0964344c24" /><Relationship Type="http://schemas.openxmlformats.org/officeDocument/2006/relationships/notesMaster" Target="/ppt/notesMasters/notesMaster1.xml" Id="Rd6af103c382e46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dd2b2d531e49d6" /><Relationship Type="http://schemas.openxmlformats.org/officeDocument/2006/relationships/notesMaster" Target="/ppt/notesMasters/notesMaster1.xml" Id="R8770021074b449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c1df7049094783" /><Relationship Type="http://schemas.openxmlformats.org/officeDocument/2006/relationships/notesMaster" Target="/ppt/notesMasters/notesMaster1.xml" Id="Re361970d74a648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16edde29514319" /><Relationship Type="http://schemas.openxmlformats.org/officeDocument/2006/relationships/notesMaster" Target="/ppt/notesMasters/notesMaster1.xml" Id="R6a6b17d37f90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最后的结论是，Codex 的主要价值不是自动生成某段代码，而是跨越本地、WSL、远程 GPU 和长时间训练，维护一个可验证状态。</a:t>
            </a:r>
          </a:p>
          <a:p xmlns:a="http://schemas.openxmlformats.org/drawingml/2006/main">
            <a:r>
              <a:t>本项目最终部署选择是 640、one-to-one-only、Conv/BN fuse 和 FP16。蒸馏被保留为负证据，精度提升进入独立闭环。这样每个结果都可复现，每个失败都能解释，每个下一步都有门禁。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397fc577841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b49f82eb854372" /><Relationship Type="http://schemas.openxmlformats.org/officeDocument/2006/relationships/slideLayout" Target="/ppt/slideLayouts/slideLayout1.xml" Id="R95b49cd30b1f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49cd30b1f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b3fe28764b9c" /><Relationship Type="http://schemas.openxmlformats.org/officeDocument/2006/relationships/notesSlide" Target="/ppt/notesSlides/notesSlide1.xml" Id="Rd0066a2208d3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50052016547a2" /><Relationship Type="http://schemas.openxmlformats.org/officeDocument/2006/relationships/image" Target="/ppt/media/image.jpeg" Id="Ree2320c233804e6a" /><Relationship Type="http://schemas.openxmlformats.org/officeDocument/2006/relationships/notesSlide" Target="/ppt/notesSlides/notesSlide2.xml" Id="R0346cc72fec14b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f0d9c02a464e" /><Relationship Type="http://schemas.openxmlformats.org/officeDocument/2006/relationships/notesSlide" Target="/ppt/notesSlides/notesSlide3.xml" Id="Rb20ddb4befed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788112f084aa4" /><Relationship Type="http://schemas.openxmlformats.org/officeDocument/2006/relationships/notesSlide" Target="/ppt/notesSlides/notesSlide4.xml" Id="R9f82841c80b242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ce4b5784f45a4" /><Relationship Type="http://schemas.openxmlformats.org/officeDocument/2006/relationships/notesSlide" Target="/ppt/notesSlides/notesSlide5.xml" Id="R0645bb245101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fbd6b9be241b1" /><Relationship Type="http://schemas.openxmlformats.org/officeDocument/2006/relationships/notesSlide" Target="/ppt/notesSlides/notesSlide6.xml" Id="Ra6920d5f7b354f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62056f7744aac" /><Relationship Type="http://schemas.openxmlformats.org/officeDocument/2006/relationships/image" Target="/ppt/media/image.png" Id="R1c553ca4b269485d" /><Relationship Type="http://schemas.openxmlformats.org/officeDocument/2006/relationships/notesSlide" Target="/ppt/notesSlides/notesSlide7.xml" Id="R4128e79b1c3b41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92281a21401f" /><Relationship Type="http://schemas.openxmlformats.org/officeDocument/2006/relationships/image" Target="/ppt/media/image2.jpeg" Id="R1f9ac65316c744bc" /><Relationship Type="http://schemas.openxmlformats.org/officeDocument/2006/relationships/image" Target="/ppt/media/image3.jpeg" Id="R35579e9293174824" /><Relationship Type="http://schemas.openxmlformats.org/officeDocument/2006/relationships/notesSlide" Target="/ppt/notesSlides/notesSlide8.xml" Id="R8366e0f1656249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e68a0e374086" /><Relationship Type="http://schemas.openxmlformats.org/officeDocument/2006/relationships/image" Target="/ppt/media/image4.jpeg" Id="R8d0aa19d29d64bd0" /><Relationship Type="http://schemas.openxmlformats.org/officeDocument/2006/relationships/notesSlide" Target="/ppt/notesSlides/notesSlide9.xml" Id="Rf59248502885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a94796bf04d6b" /><Relationship Type="http://schemas.openxmlformats.org/officeDocument/2006/relationships/chart" Target="/ppt/slides/charts/chart1.xml" Id="R396af0da608148db" /><Relationship Type="http://schemas.openxmlformats.org/officeDocument/2006/relationships/notesSlide" Target="/ppt/notesSlides/notesSlide10.xml" Id="R3d6b78277cbc44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5053aad8e44f9" /><Relationship Type="http://schemas.openxmlformats.org/officeDocument/2006/relationships/notesSlide" Target="/ppt/notesSlides/notesSlide11.xml" Id="R641b06bda3f947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125239b0e4828" /><Relationship Type="http://schemas.openxmlformats.org/officeDocument/2006/relationships/chart" Target="/ppt/slides/charts/chart2.xml" Id="R08529538c7e84dd5" /><Relationship Type="http://schemas.openxmlformats.org/officeDocument/2006/relationships/notesSlide" Target="/ppt/notesSlides/notesSlide12.xml" Id="R3f4b4aebac9543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4a63fa2444755" /><Relationship Type="http://schemas.openxmlformats.org/officeDocument/2006/relationships/notesSlide" Target="/ppt/notesSlides/notesSlide13.xml" Id="R0126f1fd829044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e56ed75a6404d" /><Relationship Type="http://schemas.openxmlformats.org/officeDocument/2006/relationships/notesSlide" Target="/ppt/notesSlides/notesSlide14.xml" Id="R902781c927ea42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27bcb26b246fd" /><Relationship Type="http://schemas.openxmlformats.org/officeDocument/2006/relationships/chart" Target="/ppt/slides/charts/chart3.xml" Id="R78dd7aca945f4375" /><Relationship Type="http://schemas.openxmlformats.org/officeDocument/2006/relationships/notesSlide" Target="/ppt/notesSlides/notesSlide15.xml" Id="Rf84551583a9044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b38f51a1c4267" /><Relationship Type="http://schemas.openxmlformats.org/officeDocument/2006/relationships/chart" Target="/ppt/slides/charts/chart4.xml" Id="Rce190d3bce5945e1" /><Relationship Type="http://schemas.openxmlformats.org/officeDocument/2006/relationships/notesSlide" Target="/ppt/notesSlides/notesSlide16.xml" Id="R9b6247b791804e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62a032afb4dcb" /><Relationship Type="http://schemas.openxmlformats.org/officeDocument/2006/relationships/notesSlide" Target="/ppt/notesSlides/notesSlide17.xml" Id="R084d76e7fc9b48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133a7432429b" /><Relationship Type="http://schemas.openxmlformats.org/officeDocument/2006/relationships/notesSlide" Target="/ppt/notesSlides/notesSlide18.xml" Id="Rb942ec53b2654b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78b545e614246" /><Relationship Type="http://schemas.openxmlformats.org/officeDocument/2006/relationships/notesSlide" Target="/ppt/notesSlides/notesSlide19.xml" Id="Rf9b77a5639964d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b48f85ac142ab" /><Relationship Type="http://schemas.openxmlformats.org/officeDocument/2006/relationships/notesSlide" Target="/ppt/notesSlides/notesSlide20.xml" Id="R95704451548e47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55430b2df4c09" /><Relationship Type="http://schemas.openxmlformats.org/officeDocument/2006/relationships/notesSlide" Target="/ppt/notesSlides/notesSlide21.xml" Id="R47bef0f437d54a8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320c233804e6a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62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3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53ca4b269485d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ac65316c744bc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79e9293174824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aa19d29d64bd0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6af0da608148db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529538c7e84dd5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45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d7aca945f4375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90d3bce5945e1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下一步只验证一条路线：结构化剪枝后用蒸馏恢复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剪枝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10% → 15%
逐级结构化剪枝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DepGraph 物理删除耦合通道；保护 64 / 1 / 42 输出与双分支语义。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同分辨率
20 epoch 低 LR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baseline 作冻结教师；蒸馏 DFL、分类、关键点 XY 与 visibility 输出。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部署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one-to-one
Fuse + FP16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精度门禁通过后才测试 ONNX / TensorRT；所有输出独立，不覆盖 baseline。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是否继续，不看蒸馏 loss，只看精度与真实延迟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精度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Pose mAP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下降 ≤ 0.005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 下降 ≤ 0.005；PCK@0.10 ≤ 0.002；NME 增加 ≤ 0.001。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延迟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FP16 fused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至少快 10%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 GPU / batch / 预后处理做 AB/BA；没有 latency 收益就立即止损。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100 图门禁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参数至少 -10%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固定样本无系统性漏点或错位；记录配置、SHA-256、指标与报告。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是维护可验证状态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训练可恢复 · 指标与可视化互证 · 优化以实测决策 · 失败实验也形成可复用证据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最终选择：640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2026-07-19T09:48:51.3460000Z</dcterms:created>
  <dcterms:modified xsi:type="dcterms:W3CDTF">2026-07-19T09:48:51.3460000Z</dcterms:modified>
</coreProperties>
</file>